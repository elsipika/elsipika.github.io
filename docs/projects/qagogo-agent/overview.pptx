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olsun/dev/elsipika.github.io/docs/projects/qagogo-agent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olsun/dev/elsipika.github.io/docs/projects/qagogo-agent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olsun/dev/elsipika.github.io/docs/projects/qagogo-agent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olsun/dev/elsipika.github.io/docs/projects/qagogo-agent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olsun/dev/elsipika.github.io/docs/projects/qagogo-agent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oolsun/dev/elsipika.github.io/docs/projects/qagogo-agent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QAgogo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QAgogo Agent Overview</dc:title>
  <dc:subject>QAgogo Agent overview</dc:subject>
  <dc:creator>QAgogo Agent</dc:creator>
  <cp:lastModifiedBy>QAgogo Agent</cp:lastModifiedBy>
  <cp:revision>1</cp:revision>
  <dcterms:created xsi:type="dcterms:W3CDTF">2026-06-08T08:07:26Z</dcterms:created>
  <dcterms:modified xsi:type="dcterms:W3CDTF">2026-06-08T08:07:26Z</dcterms:modified>
</cp:coreProperties>
</file>